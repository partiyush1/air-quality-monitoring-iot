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0" r:id="rId8"/>
    <p:sldId id="271" r:id="rId9"/>
    <p:sldId id="272" r:id="rId10"/>
    <p:sldId id="273" r:id="rId11"/>
    <p:sldId id="275" r:id="rId12"/>
    <p:sldId id="274"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46D94-CFC8-4D4F-90E2-FE467B94A396}" v="114" dt="2025-11-14T04:39:03.6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714"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N SHARMA" userId="5380c35c98368176" providerId="LiveId" clId="{2C41214B-F621-43EC-9F2A-F85DCECA7995}"/>
    <pc:docChg chg="undo custSel modSld">
      <pc:chgData name="NITIN SHARMA" userId="5380c35c98368176" providerId="LiveId" clId="{2C41214B-F621-43EC-9F2A-F85DCECA7995}" dt="2025-11-14T04:39:03.652" v="482" actId="14100"/>
      <pc:docMkLst>
        <pc:docMk/>
      </pc:docMkLst>
      <pc:sldChg chg="addSp delSp modSp mod">
        <pc:chgData name="NITIN SHARMA" userId="5380c35c98368176" providerId="LiveId" clId="{2C41214B-F621-43EC-9F2A-F85DCECA7995}" dt="2025-11-14T04:39:03.652" v="482" actId="14100"/>
        <pc:sldMkLst>
          <pc:docMk/>
          <pc:sldMk cId="0" sldId="257"/>
        </pc:sldMkLst>
        <pc:spChg chg="mod">
          <ac:chgData name="NITIN SHARMA" userId="5380c35c98368176" providerId="LiveId" clId="{2C41214B-F621-43EC-9F2A-F85DCECA7995}" dt="2025-11-14T04:01:16.710" v="96" actId="123"/>
          <ac:spMkLst>
            <pc:docMk/>
            <pc:sldMk cId="0" sldId="257"/>
            <ac:spMk id="5" creationId="{00000000-0000-0000-0000-000000000000}"/>
          </ac:spMkLst>
        </pc:spChg>
        <pc:picChg chg="del">
          <ac:chgData name="NITIN SHARMA" userId="5380c35c98368176" providerId="LiveId" clId="{2C41214B-F621-43EC-9F2A-F85DCECA7995}" dt="2025-11-14T04:38:31.239" v="472" actId="478"/>
          <ac:picMkLst>
            <pc:docMk/>
            <pc:sldMk cId="0" sldId="257"/>
            <ac:picMk id="3" creationId="{8581969F-F245-2F07-B001-F661A8F4F004}"/>
          </ac:picMkLst>
        </pc:picChg>
        <pc:picChg chg="add mod">
          <ac:chgData name="NITIN SHARMA" userId="5380c35c98368176" providerId="LiveId" clId="{2C41214B-F621-43EC-9F2A-F85DCECA7995}" dt="2025-11-14T04:39:03.652" v="482" actId="14100"/>
          <ac:picMkLst>
            <pc:docMk/>
            <pc:sldMk cId="0" sldId="257"/>
            <ac:picMk id="3074" creationId="{45BEEF88-63A7-D7DC-5DB2-B7340AC4E077}"/>
          </ac:picMkLst>
        </pc:picChg>
      </pc:sldChg>
      <pc:sldChg chg="addSp delSp modSp mod">
        <pc:chgData name="NITIN SHARMA" userId="5380c35c98368176" providerId="LiveId" clId="{2C41214B-F621-43EC-9F2A-F85DCECA7995}" dt="2025-11-14T04:37:18.499" v="471" actId="14100"/>
        <pc:sldMkLst>
          <pc:docMk/>
          <pc:sldMk cId="2834479809" sldId="268"/>
        </pc:sldMkLst>
        <pc:picChg chg="del">
          <ac:chgData name="NITIN SHARMA" userId="5380c35c98368176" providerId="LiveId" clId="{2C41214B-F621-43EC-9F2A-F85DCECA7995}" dt="2025-11-14T04:34:03.095" v="415" actId="478"/>
          <ac:picMkLst>
            <pc:docMk/>
            <pc:sldMk cId="2834479809" sldId="268"/>
            <ac:picMk id="3" creationId="{010B5D7F-8400-582C-1AEE-CBB853F00542}"/>
          </ac:picMkLst>
        </pc:picChg>
        <pc:picChg chg="add del mod">
          <ac:chgData name="NITIN SHARMA" userId="5380c35c98368176" providerId="LiveId" clId="{2C41214B-F621-43EC-9F2A-F85DCECA7995}" dt="2025-11-14T04:34:12.149" v="418" actId="478"/>
          <ac:picMkLst>
            <pc:docMk/>
            <pc:sldMk cId="2834479809" sldId="268"/>
            <ac:picMk id="2050" creationId="{48499C1A-DCBC-7CD1-3BBF-DBC2EC61B1B5}"/>
          </ac:picMkLst>
        </pc:picChg>
        <pc:picChg chg="add del mod">
          <ac:chgData name="NITIN SHARMA" userId="5380c35c98368176" providerId="LiveId" clId="{2C41214B-F621-43EC-9F2A-F85DCECA7995}" dt="2025-11-14T04:37:18.499" v="471" actId="14100"/>
          <ac:picMkLst>
            <pc:docMk/>
            <pc:sldMk cId="2834479809" sldId="268"/>
            <ac:picMk id="2052" creationId="{83AC8BF8-5847-60D1-262D-E6196A256B59}"/>
          </ac:picMkLst>
        </pc:picChg>
        <pc:picChg chg="add del mod">
          <ac:chgData name="NITIN SHARMA" userId="5380c35c98368176" providerId="LiveId" clId="{2C41214B-F621-43EC-9F2A-F85DCECA7995}" dt="2025-11-14T04:35:48.765" v="435" actId="14100"/>
          <ac:picMkLst>
            <pc:docMk/>
            <pc:sldMk cId="2834479809" sldId="268"/>
            <ac:picMk id="2054" creationId="{DBF073C1-98BB-EBA5-43D7-61BD95F91B16}"/>
          </ac:picMkLst>
        </pc:picChg>
        <pc:picChg chg="add mod">
          <ac:chgData name="NITIN SHARMA" userId="5380c35c98368176" providerId="LiveId" clId="{2C41214B-F621-43EC-9F2A-F85DCECA7995}" dt="2025-11-14T04:36:56.575" v="467" actId="1036"/>
          <ac:picMkLst>
            <pc:docMk/>
            <pc:sldMk cId="2834479809" sldId="268"/>
            <ac:picMk id="2056" creationId="{CAC75D31-5FEF-25B4-4088-10C162F743BE}"/>
          </ac:picMkLst>
        </pc:picChg>
      </pc:sldChg>
      <pc:sldChg chg="addSp delSp modSp mod">
        <pc:chgData name="NITIN SHARMA" userId="5380c35c98368176" providerId="LiveId" clId="{2C41214B-F621-43EC-9F2A-F85DCECA7995}" dt="2025-11-14T04:05:22.328" v="113" actId="14100"/>
        <pc:sldMkLst>
          <pc:docMk/>
          <pc:sldMk cId="1875056660" sldId="269"/>
        </pc:sldMkLst>
        <pc:spChg chg="mod">
          <ac:chgData name="NITIN SHARMA" userId="5380c35c98368176" providerId="LiveId" clId="{2C41214B-F621-43EC-9F2A-F85DCECA7995}" dt="2025-11-14T04:02:11.326" v="103" actId="20577"/>
          <ac:spMkLst>
            <pc:docMk/>
            <pc:sldMk cId="1875056660" sldId="269"/>
            <ac:spMk id="4" creationId="{B638C0EE-106B-025F-7ADE-ECC0CBCE9731}"/>
          </ac:spMkLst>
        </pc:spChg>
        <pc:picChg chg="add mod">
          <ac:chgData name="NITIN SHARMA" userId="5380c35c98368176" providerId="LiveId" clId="{2C41214B-F621-43EC-9F2A-F85DCECA7995}" dt="2025-11-14T04:04:43.026" v="104"/>
          <ac:picMkLst>
            <pc:docMk/>
            <pc:sldMk cId="1875056660" sldId="269"/>
            <ac:picMk id="5" creationId="{46C8FA0B-2328-93CC-DE7F-3422B69F7242}"/>
          </ac:picMkLst>
        </pc:picChg>
        <pc:picChg chg="add del">
          <ac:chgData name="NITIN SHARMA" userId="5380c35c98368176" providerId="LiveId" clId="{2C41214B-F621-43EC-9F2A-F85DCECA7995}" dt="2025-11-14T04:04:58.146" v="108" actId="478"/>
          <ac:picMkLst>
            <pc:docMk/>
            <pc:sldMk cId="1875056660" sldId="269"/>
            <ac:picMk id="6" creationId="{C59AFEE7-5AE5-87F9-EFBB-BB48C3BBD7F4}"/>
          </ac:picMkLst>
        </pc:picChg>
        <pc:picChg chg="add mod">
          <ac:chgData name="NITIN SHARMA" userId="5380c35c98368176" providerId="LiveId" clId="{2C41214B-F621-43EC-9F2A-F85DCECA7995}" dt="2025-11-14T04:05:22.328" v="113" actId="14100"/>
          <ac:picMkLst>
            <pc:docMk/>
            <pc:sldMk cId="1875056660" sldId="269"/>
            <ac:picMk id="8" creationId="{480698A6-2DCE-E152-7806-D40295172F3C}"/>
          </ac:picMkLst>
        </pc:picChg>
      </pc:sldChg>
      <pc:sldChg chg="addSp delSp modSp mod">
        <pc:chgData name="NITIN SHARMA" userId="5380c35c98368176" providerId="LiveId" clId="{2C41214B-F621-43EC-9F2A-F85DCECA7995}" dt="2025-11-14T04:12:24.100" v="145" actId="1076"/>
        <pc:sldMkLst>
          <pc:docMk/>
          <pc:sldMk cId="980343787" sldId="270"/>
        </pc:sldMkLst>
        <pc:spChg chg="mod">
          <ac:chgData name="NITIN SHARMA" userId="5380c35c98368176" providerId="LiveId" clId="{2C41214B-F621-43EC-9F2A-F85DCECA7995}" dt="2025-11-14T04:09:24.561" v="136" actId="12"/>
          <ac:spMkLst>
            <pc:docMk/>
            <pc:sldMk cId="980343787" sldId="270"/>
            <ac:spMk id="3" creationId="{B33B5986-F448-07B3-2EEA-B41AA0E858FF}"/>
          </ac:spMkLst>
        </pc:spChg>
        <pc:picChg chg="del">
          <ac:chgData name="NITIN SHARMA" userId="5380c35c98368176" providerId="LiveId" clId="{2C41214B-F621-43EC-9F2A-F85DCECA7995}" dt="2025-11-14T04:11:52.719" v="138" actId="478"/>
          <ac:picMkLst>
            <pc:docMk/>
            <pc:sldMk cId="980343787" sldId="270"/>
            <ac:picMk id="5" creationId="{16BB5FEC-5D9D-82CD-3522-4C2A22E80612}"/>
          </ac:picMkLst>
        </pc:picChg>
        <pc:picChg chg="add mod">
          <ac:chgData name="NITIN SHARMA" userId="5380c35c98368176" providerId="LiveId" clId="{2C41214B-F621-43EC-9F2A-F85DCECA7995}" dt="2025-11-14T04:12:24.100" v="145" actId="1076"/>
          <ac:picMkLst>
            <pc:docMk/>
            <pc:sldMk cId="980343787" sldId="270"/>
            <ac:picMk id="6" creationId="{DEECD1A8-1E72-5FA7-ADA3-8675684620FB}"/>
          </ac:picMkLst>
        </pc:picChg>
      </pc:sldChg>
      <pc:sldChg chg="addSp delSp modSp mod">
        <pc:chgData name="NITIN SHARMA" userId="5380c35c98368176" providerId="LiveId" clId="{2C41214B-F621-43EC-9F2A-F85DCECA7995}" dt="2025-11-14T04:19:34.857" v="219" actId="12"/>
        <pc:sldMkLst>
          <pc:docMk/>
          <pc:sldMk cId="48594709" sldId="271"/>
        </pc:sldMkLst>
        <pc:spChg chg="mod">
          <ac:chgData name="NITIN SHARMA" userId="5380c35c98368176" providerId="LiveId" clId="{2C41214B-F621-43EC-9F2A-F85DCECA7995}" dt="2025-11-14T04:19:34.857" v="219" actId="12"/>
          <ac:spMkLst>
            <pc:docMk/>
            <pc:sldMk cId="48594709" sldId="271"/>
            <ac:spMk id="3" creationId="{65663E5F-C0E3-835D-7119-F154A7EE01B5}"/>
          </ac:spMkLst>
        </pc:spChg>
        <pc:picChg chg="mod">
          <ac:chgData name="NITIN SHARMA" userId="5380c35c98368176" providerId="LiveId" clId="{2C41214B-F621-43EC-9F2A-F85DCECA7995}" dt="2025-11-14T04:19:19.064" v="216" actId="1076"/>
          <ac:picMkLst>
            <pc:docMk/>
            <pc:sldMk cId="48594709" sldId="271"/>
            <ac:picMk id="5" creationId="{DA01C591-070F-3571-FD28-84B958CF5BE8}"/>
          </ac:picMkLst>
        </pc:picChg>
        <pc:picChg chg="del">
          <ac:chgData name="NITIN SHARMA" userId="5380c35c98368176" providerId="LiveId" clId="{2C41214B-F621-43EC-9F2A-F85DCECA7995}" dt="2025-11-14T04:13:07.594" v="146" actId="478"/>
          <ac:picMkLst>
            <pc:docMk/>
            <pc:sldMk cId="48594709" sldId="271"/>
            <ac:picMk id="7" creationId="{640CA47E-83CE-6ADD-027B-8AA9BC86A14F}"/>
          </ac:picMkLst>
        </pc:picChg>
        <pc:picChg chg="add del mod">
          <ac:chgData name="NITIN SHARMA" userId="5380c35c98368176" providerId="LiveId" clId="{2C41214B-F621-43EC-9F2A-F85DCECA7995}" dt="2025-11-14T04:17:42.767" v="188" actId="478"/>
          <ac:picMkLst>
            <pc:docMk/>
            <pc:sldMk cId="48594709" sldId="271"/>
            <ac:picMk id="9" creationId="{1BD7E178-B6F1-1DE0-E68C-40462076AFDE}"/>
          </ac:picMkLst>
        </pc:picChg>
        <pc:picChg chg="add">
          <ac:chgData name="NITIN SHARMA" userId="5380c35c98368176" providerId="LiveId" clId="{2C41214B-F621-43EC-9F2A-F85DCECA7995}" dt="2025-11-14T04:16:21.848" v="172"/>
          <ac:picMkLst>
            <pc:docMk/>
            <pc:sldMk cId="48594709" sldId="271"/>
            <ac:picMk id="1026" creationId="{E2ADCCD3-A299-BEB6-5E81-0C581B1CCC80}"/>
          </ac:picMkLst>
        </pc:picChg>
        <pc:picChg chg="add del mod">
          <ac:chgData name="NITIN SHARMA" userId="5380c35c98368176" providerId="LiveId" clId="{2C41214B-F621-43EC-9F2A-F85DCECA7995}" dt="2025-11-14T04:17:39.450" v="187" actId="14100"/>
          <ac:picMkLst>
            <pc:docMk/>
            <pc:sldMk cId="48594709" sldId="271"/>
            <ac:picMk id="1028" creationId="{3213E3DE-EA65-6AC3-8D56-4A8D337E533A}"/>
          </ac:picMkLst>
        </pc:picChg>
        <pc:picChg chg="add mod">
          <ac:chgData name="NITIN SHARMA" userId="5380c35c98368176" providerId="LiveId" clId="{2C41214B-F621-43EC-9F2A-F85DCECA7995}" dt="2025-11-14T04:19:22.250" v="217" actId="1076"/>
          <ac:picMkLst>
            <pc:docMk/>
            <pc:sldMk cId="48594709" sldId="271"/>
            <ac:picMk id="1030" creationId="{E13324FC-9EB4-17BF-3132-D2CA2DACC565}"/>
          </ac:picMkLst>
        </pc:picChg>
      </pc:sldChg>
      <pc:sldChg chg="modSp mod">
        <pc:chgData name="NITIN SHARMA" userId="5380c35c98368176" providerId="LiveId" clId="{2C41214B-F621-43EC-9F2A-F85DCECA7995}" dt="2025-11-14T04:26:20.223" v="282" actId="27636"/>
        <pc:sldMkLst>
          <pc:docMk/>
          <pc:sldMk cId="2396679862" sldId="272"/>
        </pc:sldMkLst>
        <pc:spChg chg="mod">
          <ac:chgData name="NITIN SHARMA" userId="5380c35c98368176" providerId="LiveId" clId="{2C41214B-F621-43EC-9F2A-F85DCECA7995}" dt="2025-11-14T04:26:20.223" v="282" actId="27636"/>
          <ac:spMkLst>
            <pc:docMk/>
            <pc:sldMk cId="2396679862" sldId="272"/>
            <ac:spMk id="3" creationId="{C8905986-9F47-61D3-8775-5B5CADB52124}"/>
          </ac:spMkLst>
        </pc:spChg>
      </pc:sldChg>
      <pc:sldChg chg="modSp mod">
        <pc:chgData name="NITIN SHARMA" userId="5380c35c98368176" providerId="LiveId" clId="{2C41214B-F621-43EC-9F2A-F85DCECA7995}" dt="2025-11-14T04:29:25.417" v="363" actId="123"/>
        <pc:sldMkLst>
          <pc:docMk/>
          <pc:sldMk cId="2636075508" sldId="273"/>
        </pc:sldMkLst>
        <pc:spChg chg="mod">
          <ac:chgData name="NITIN SHARMA" userId="5380c35c98368176" providerId="LiveId" clId="{2C41214B-F621-43EC-9F2A-F85DCECA7995}" dt="2025-11-14T04:29:25.417" v="363" actId="123"/>
          <ac:spMkLst>
            <pc:docMk/>
            <pc:sldMk cId="2636075508" sldId="273"/>
            <ac:spMk id="3" creationId="{DF6D91F1-3CFE-18B9-E3FF-90998A4F9659}"/>
          </ac:spMkLst>
        </pc:spChg>
      </pc:sldChg>
      <pc:sldChg chg="modSp mod">
        <pc:chgData name="NITIN SHARMA" userId="5380c35c98368176" providerId="LiveId" clId="{2C41214B-F621-43EC-9F2A-F85DCECA7995}" dt="2025-11-14T04:32:52.616" v="414" actId="2711"/>
        <pc:sldMkLst>
          <pc:docMk/>
          <pc:sldMk cId="2717376913" sldId="274"/>
        </pc:sldMkLst>
        <pc:spChg chg="mod">
          <ac:chgData name="NITIN SHARMA" userId="5380c35c98368176" providerId="LiveId" clId="{2C41214B-F621-43EC-9F2A-F85DCECA7995}" dt="2025-11-14T04:32:52.616" v="414" actId="2711"/>
          <ac:spMkLst>
            <pc:docMk/>
            <pc:sldMk cId="2717376913" sldId="274"/>
            <ac:spMk id="3" creationId="{9ED58082-3FF3-6397-A26E-E90448A27B02}"/>
          </ac:spMkLst>
        </pc:spChg>
      </pc:sldChg>
      <pc:sldChg chg="modSp mod">
        <pc:chgData name="NITIN SHARMA" userId="5380c35c98368176" providerId="LiveId" clId="{2C41214B-F621-43EC-9F2A-F85DCECA7995}" dt="2025-11-14T04:31:46.958" v="409" actId="12"/>
        <pc:sldMkLst>
          <pc:docMk/>
          <pc:sldMk cId="2783476216" sldId="275"/>
        </pc:sldMkLst>
        <pc:spChg chg="mod">
          <ac:chgData name="NITIN SHARMA" userId="5380c35c98368176" providerId="LiveId" clId="{2C41214B-F621-43EC-9F2A-F85DCECA7995}" dt="2025-11-14T04:31:46.958" v="409" actId="12"/>
          <ac:spMkLst>
            <pc:docMk/>
            <pc:sldMk cId="2783476216" sldId="275"/>
            <ac:spMk id="3" creationId="{09889ADC-F51A-F2C0-5E44-BDFC4005E5E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11/14/2025</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6:34:43.434"/>
    </inkml:context>
    <inkml:brush xml:id="br0">
      <inkml:brushProperty name="width" value="0.35" units="cm"/>
      <inkml:brushProperty name="height" value="2.1" units="cm"/>
      <inkml:brushProperty name="color" value="#FFFFFF"/>
      <inkml:brushProperty name="ignorePressure" value="1"/>
      <inkml:brushProperty name="inkEffects" value="pencil"/>
    </inkml:brush>
  </inkml:definitions>
  <inkml:trace contextRef="#ctx0" brushRef="#br0">0 39,'5'0,"6"0,5 0,6 0,3-5,2-1,1 0,0 1,1 1,-1 2,0 1,0 1,-1 0,1 0,-1 0,0 0,1 1,-1-1,0 0,0 0,1 0,-1 0,0 0,-4-5,-6-1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6:34:43.937"/>
    </inkml:context>
    <inkml:brush xml:id="br0">
      <inkml:brushProperty name="width" value="0.35" units="cm"/>
      <inkml:brushProperty name="height" value="2.1" units="cm"/>
      <inkml:brushProperty name="color" value="#FFFFFF"/>
      <inkml:brushProperty name="ignorePressure" value="1"/>
      <inkml:brushProperty name="inkEffects" value="pencil"/>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6:34:46.003"/>
    </inkml:context>
    <inkml:brush xml:id="br0">
      <inkml:brushProperty name="width" value="0.35" units="cm"/>
      <inkml:brushProperty name="height" value="2.1" units="cm"/>
      <inkml:brushProperty name="color" value="#FFFFFF"/>
      <inkml:brushProperty name="ignorePressure" value="1"/>
      <inkml:brushProperty name="inkEffects" value="pencil"/>
    </inkml:brush>
  </inkml:definitions>
  <inkml:trace contextRef="#ctx0" brushRef="#br0">135 57,'4'0,"2"-4,5-2,4-5,5 0,4 2,2 2,1 3,1 1,0 2,1 1,-2 0,1 1,0-1,0 1,-1-1,0 0,0 0,1 0,-1 0,-4 5,-11 1,-8 4,-8 1,-10-2,-6-2,-8-2,-6 2,0 0,-5 4,-4-1,0-1,3-3,-1 3,2 4,2 0,4-2,2-3,2 2,1-1,1-2,1 2,-1 5,5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6:34:46.586"/>
    </inkml:context>
    <inkml:brush xml:id="br0">
      <inkml:brushProperty name="width" value="0.35" units="cm"/>
      <inkml:brushProperty name="height" value="2.1" units="cm"/>
      <inkml:brushProperty name="color" value="#FFFFFF"/>
      <inkml:brushProperty name="ignorePressure" value="1"/>
      <inkml:brushProperty name="inkEffects" value="pencil"/>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6:34:54.507"/>
    </inkml:context>
    <inkml:brush xml:id="br0">
      <inkml:brushProperty name="width" value="0.35" units="cm"/>
      <inkml:brushProperty name="height" value="2.1" units="cm"/>
      <inkml:brushProperty name="color" value="#FFFFFF"/>
      <inkml:brushProperty name="ignorePressure" value="1"/>
      <inkml:brushProperty name="inkEffects" value="pencil"/>
    </inkml:brush>
  </inkml:definitions>
  <inkml:trace contextRef="#ctx0" brushRef="#br0">620 324,'-9'0,"-8"0,-5 0,-4 0,-12 4,-3 2,0 0,-2-1,1-2,9 4,4 1,3-2,2-1,-1-2,0 4,-1 0,9-1,12-1,7 2,8 1,6-1,6-2,8-2,3-1,2-1,3-1,5 0,4-1,-1 1,-4 0,-4-1,-4 1,-3 0,-3 0,0 0,-11 0,-12 0,-17 5,-10 6,-12 1,-3-2,-2 3,3-2,2-2,2 2,2 0,2-3,9-3,14-1,12-3,8 0,8-1,4 0,2-1,1-4,0-2,-1 1,4 1,2 1,-1 2,-2 1,-2 0,0 1,-2 1,0-1,-1 0,0 0,0 0,0 1,0-1,5 0,1 0,0 0,-1 0,4 0,-1 0,0 0,2 0,0 0,3 0,-1 0,-3 0,-2 0,-2 0,-3 0,-10 0,-13 0,-13 0,-9 0,-7 0,-4 0,-6 0,-4 0,-3 0,0 0,-7 0,-1 0,0 0,2 0,0 0,-6 0,2 0,3 0,6 0,1 0,2 0,3 0,3 0,2 0,2 0,9 0,14 0,12 0,14 0,12-5,6-1,1 0,-2 1,-3 2,-2 1,-3 1,-6-4,-12-1,-12 0,-12 1,-12 2,-12 1,-8 2,-7-1,1 1,-1 0,5 1,5-1,4 0,5 0,11 0,15 0,18-4,15-2,22-5,13-4,4-1,0-6,-1 1,-3-2,-2 0,-8 2,-7 6,-11 1,-12-2,-5 1,-10 4,-15 3,-16 4,-13 2,-14 1,-8 6,-3 2,0 4,6 0,7-1,8-3,6-2,4 2,4 0,0-1,11-1,16-2,14-2,18-5,12-11,14-8,5-5,2-2,-1 0,-7-1,-8 2,-8 0,-7 5,-4 2,-11 5,-20 5,-17 10,-20 4,-14 8,-6 6,-8 5,-1-1,5 0,9-2,14-1,8-2,5-4,3-4,4 1,11 0,11-2,15 3,13 0,15-2,9-1,10-3,7-1,1-1,-3-1,-4 0,-4-1,-7 1,-10 0,-7-1,-14 1,-21 0,-21 5,-24 5,-26 7,-23 4,-15-1,1 1,10-4,11 1,15-3,15-4,12-4,18-3,22-3,21-5,21-3,17 0,9 1,2-2,-5-6,-5 1,-8 2,-6 2,-12 0,-7 0,-6-3,-4 1,2 2,-7 3,-11 6,-8 5,-13 4,-8 7,-2-1,-1-1,0-5,2 2,1 3,10 0,14-3,16-3,12-3,11-2,5-7,0-2,-1-1,-3 1,-11 2,-19 2,-25 0,-26 2,-29 4,-30 12,-15 7,-5 5,9-3,15-1,21 1,14-5,14-5,12-5,8-5,9 2,14 0,13-2,11-2,7 0,10-2,8-1,3 0,3 0,-1 0,-3 0,-5-1,-3 1,-3 0,-2 0,0 0,-2 0,1 0,-1-5,1-1,0 0,0-3,0-1,5 2,2 2,-1 2,-1 2,-1 1,-6-4,-12-1,-13 1,-25 0,-22 2,-22 6,-12 2,-12 1,0-1,8-2,13 4,14 1,13-1,9-2,6-2,17-1,16-1,21-5,20-8,17 0,8 1,5-2,0-4,-8 2,-11-2,-10 2,-8 4,-5 4,-5 2,-10 3,-13 2,-12 0,-10 1,-5 0,-5-1,8 1,12-1,16 0,17-4,8-2,3 0,5-4,1-4,-4-5,3 1,-2 3,-3 0,-3 3,-2 3,-6-2,-13 1,-12 3,-21 2,-20 7,-18 2,-12 2,-8 3,0 6,4 4,11-1,10-3,11-5,8-3,5-4,12-2,14-1,12 0,15-1,12-4,9-7,12 0,5-4,-3-3,-7 2,-7-1,-7 2,-5 4,-7 0,-4 1,-1-2,1 2,-3-3,0 2,-8 2,-10 4,-10 2,-12 2,-7 1,1 6,-4 1,4 5,2 1,0-3,10-2,21-2,15-2,13-7,10-6,7-2,4 0,-2-1,-5 1,-7-2,-4 2,-5 2,-7-1,-3 1,-10 2,-15 2,-13 3,-12 2,-16 5,-13 7,-11 1,-8-1,0 2,9-1,10 2,11-2,9-2,7-3,12-3,14-2,18-2,11-4,7-3,1 1,1 0,-1 3,-1-4,4-1,0 2,-1 1,-7 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3T16:35:31.403"/>
    </inkml:context>
    <inkml:brush xml:id="br0">
      <inkml:brushProperty name="width" value="0.35" units="cm"/>
      <inkml:brushProperty name="height" value="0.35" units="cm"/>
      <inkml:brushProperty name="color" value="#FFFFFF"/>
    </inkml:brush>
  </inkml:definitions>
  <inkml:trace contextRef="#ctx0" brushRef="#br0">1317 185 4915,'128'-6'2964,"143"-25"1,-264 30-2877,145-29 1734,-30 5 3,251-31 3079,-340 52-4301,47 1 0,-49 3 198,57-8 0,-56 4-455,59 0 0,19-2-392,-52 1 46,63 4 0,-93 1 0,-103 3 0,-134 22 0,-73 34 0,246-51 0,0-1 0,0-2 0,-72 2 0,92-9 0,0 0 0,0 0 0,-20-7 0,21 5 0,-1 0 0,0 1 0,-21-1 0,11 2 0,1-1 0,-34-8 0,-1-1 0,51 10 0,0-1 0,0 0 0,0 0 0,-14-7 0,14 5 0,-1 1 0,0 0 0,-14-4 0,-6 3 0,-1 1 0,1 1 0,-34 1 0,48 2 0,0 0 0,1 1 0,-1 1 0,1 0 0,-1 1 0,-26 9 0,21-6 0,0-1 0,0-1 0,0 0 0,0-2 0,0 0 0,-28-2 0,10-1 0,3 0 0,0 1 0,-65 10 0,67-4 0,18-4 0,1 1 0,-1 1 0,0 0 0,-25 11 0,30-11 0,0-1 0,0 0 0,0 0 0,-1-1 0,1-1 0,-1 0 0,-22-1 0,16 1 0,-37 4 0,-90 11 0,80-12 0,50-3 0,-1-1 0,0 2 0,-15 3 0,-15 5 0,-1-1 0,0-2 0,-75 1 0,110-7 0,1 0 0,-1 0 0,1 2 0,0-1 0,0 1 0,0 1 0,0 0 0,0 0 0,1 1 0,-18 12 0,23-14 2,0 0 0,-1 0 1,1 0-1,-1-1 0,0 0 1,1 0-1,-12 2 0,15-3-10,0-1 0,0 0 0,0 0 0,0 0 0,0 0 0,0 0 0,0-1-1,0 1 1,1-1 0,-1 1 0,0-1 0,0 0 0,0 1 0,0-1 0,1 0 0,-1 0 0,0 0-1,1-1 1,-1 1 0,1 0 0,0 0 0,-1-1 0,1 1 0,0-1 0,0 0 0,-1 1 0,1-3-1,-10-12-136,5 9 146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11/14/2025</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7" Type="http://schemas.openxmlformats.org/officeDocument/2006/relationships/customXml" Target="../ink/ink3.xml"/><Relationship Id="rId12"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50000"/>
              </a:lnSpc>
              <a:spcBef>
                <a:spcPts val="400"/>
              </a:spcBef>
            </a:pPr>
            <a:r>
              <a:rPr lang="en-US" sz="2400" b="1" dirty="0">
                <a:solidFill>
                  <a:srgbClr val="0070C0"/>
                </a:solidFill>
                <a:latin typeface="Times New Roman" panose="02020603050405020304" pitchFamily="18" charset="0"/>
                <a:cs typeface="Times New Roman" panose="02020603050405020304" pitchFamily="18" charset="0"/>
              </a:rPr>
              <a:t>Presentation </a:t>
            </a:r>
          </a:p>
          <a:p>
            <a:pPr algn="ctr">
              <a:lnSpc>
                <a:spcPct val="150000"/>
              </a:lnSpc>
              <a:spcBef>
                <a:spcPts val="400"/>
              </a:spcBef>
            </a:pPr>
            <a:r>
              <a:rPr lang="en-US" sz="2400" b="1" dirty="0">
                <a:solidFill>
                  <a:srgbClr val="0070C0"/>
                </a:solidFill>
                <a:latin typeface="Times New Roman" panose="02020603050405020304" pitchFamily="18" charset="0"/>
                <a:cs typeface="Times New Roman" panose="02020603050405020304" pitchFamily="18" charset="0"/>
              </a:rPr>
              <a:t>on </a:t>
            </a:r>
          </a:p>
          <a:p>
            <a:pPr algn="ctr">
              <a:lnSpc>
                <a:spcPct val="150000"/>
              </a:lnSpc>
              <a:spcBef>
                <a:spcPts val="400"/>
              </a:spcBef>
            </a:pPr>
            <a:r>
              <a:rPr lang="en-US" sz="2400" b="1" dirty="0">
                <a:solidFill>
                  <a:srgbClr val="0070C0"/>
                </a:solidFill>
                <a:latin typeface="Times New Roman" panose="02020603050405020304" pitchFamily="18" charset="0"/>
                <a:cs typeface="Times New Roman" panose="02020603050405020304" pitchFamily="18" charset="0"/>
              </a:rPr>
              <a:t>[Air Quality Monitoring System]</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 Presented</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 by </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Nitin Sharma – 2410992551</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Partiyush Thakur– 2410992555</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Tushar Sharma– 2410992573</a:t>
            </a: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Aditya Sehrawat– 2410992505</a:t>
            </a:r>
          </a:p>
          <a:p>
            <a:pPr algn="ctr">
              <a:lnSpc>
                <a:spcPct val="150000"/>
              </a:lnSpc>
              <a:spcBef>
                <a:spcPts val="400"/>
              </a:spcBef>
            </a:pPr>
            <a:endParaRPr lang="en-US" sz="2000" dirty="0">
              <a:latin typeface="Times New Roman" panose="02020603050405020304" pitchFamily="18" charset="0"/>
              <a:cs typeface="Times New Roman" panose="02020603050405020304" pitchFamily="18" charset="0"/>
            </a:endParaRPr>
          </a:p>
          <a:p>
            <a:pPr algn="ctr">
              <a:lnSpc>
                <a:spcPct val="150000"/>
              </a:lnSpc>
              <a:spcBef>
                <a:spcPts val="400"/>
              </a:spcBef>
            </a:pPr>
            <a:r>
              <a:rPr lang="en-US" sz="2000" dirty="0">
                <a:latin typeface="Times New Roman" panose="02020603050405020304" pitchFamily="18" charset="0"/>
                <a:cs typeface="Times New Roman" panose="02020603050405020304" pitchFamily="18" charset="0"/>
              </a:rPr>
              <a:t>Department of Electronics and Communication Engineering</a:t>
            </a:r>
          </a:p>
          <a:p>
            <a:pPr algn="ctr">
              <a:lnSpc>
                <a:spcPct val="150000"/>
              </a:lnSpc>
              <a:spcBef>
                <a:spcPts val="400"/>
              </a:spcBef>
            </a:pPr>
            <a:endParaRPr lang="en-US" sz="2000" dirty="0"/>
          </a:p>
          <a:p>
            <a:pPr algn="ctr">
              <a:lnSpc>
                <a:spcPct val="150000"/>
              </a:lnSpc>
              <a:spcBef>
                <a:spcPts val="400"/>
              </a:spcBef>
            </a:pPr>
            <a:endParaRPr lang="en-US" sz="2000" dirty="0"/>
          </a:p>
          <a:p>
            <a:pPr algn="ctr">
              <a:lnSpc>
                <a:spcPct val="150000"/>
              </a:lnSpc>
              <a:spcBef>
                <a:spcPts val="400"/>
              </a:spcBef>
            </a:pPr>
            <a:r>
              <a:rPr lang="en-US" sz="2000" dirty="0"/>
              <a:t>Department of Electronics and Communication Engineering </a:t>
            </a: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47368" y="44448"/>
            <a:ext cx="6019560" cy="837720"/>
          </a:xfrm>
          <a:prstGeom prst="rect">
            <a:avLst/>
          </a:prstGeom>
          <a:noFill/>
          <a:ln w="9360">
            <a:noFill/>
          </a:ln>
        </p:spPr>
        <p:txBody>
          <a:bodyPr anchor="ctr">
            <a:noAutofit/>
          </a:bodyPr>
          <a:lstStyle/>
          <a:p>
            <a:pP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231297" y="1031083"/>
            <a:ext cx="5399035" cy="4159046"/>
          </a:xfrm>
          <a:prstGeom prst="rect">
            <a:avLst/>
          </a:prstGeom>
          <a:noFill/>
          <a:ln w="9360">
            <a:noFill/>
          </a:ln>
        </p:spPr>
        <p:txBody>
          <a:bodyPr>
            <a:noAutofit/>
          </a:bodyPr>
          <a:lstStyle/>
          <a:p>
            <a:pPr algn="just">
              <a:lnSpc>
                <a:spcPct val="150000"/>
              </a:lnSpc>
              <a:spcBef>
                <a:spcPts val="400"/>
              </a:spcBef>
            </a:pPr>
            <a:endParaRPr lang="en-US" sz="1900" b="0" strike="noStrike" spc="-1" dirty="0">
              <a:solidFill>
                <a:srgbClr val="000000"/>
              </a:solidFill>
              <a:latin typeface="Calibri"/>
            </a:endParaRPr>
          </a:p>
          <a:p>
            <a:pPr algn="just"/>
            <a:r>
              <a:rPr lang="en-US" sz="2000" dirty="0">
                <a:latin typeface="Times New Roman" panose="02020603050405020304" pitchFamily="18" charset="0"/>
                <a:cs typeface="Times New Roman" panose="02020603050405020304" pitchFamily="18" charset="0"/>
              </a:rPr>
              <a:t>Air pollution has become one of the most critical environmental issues affecting human health. To understand the pollution around us, a continuous monitoring system is needed. This project focuses on creating an Air Quality Monitoring System using IoT, which measures environmental parameters like air quality, temperature, and humidity, sends data to the cloud, and displays it on a professional dashboard website.Our goal is to build a smart, real-time, cloud-connected solution that helps users monitor air conditions instantly — anytime, anywhere.</a:t>
            </a:r>
            <a:endParaRPr lang="en-US" sz="1200" dirty="0"/>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pic>
        <p:nvPicPr>
          <p:cNvPr id="3074" name="Picture 2">
            <a:extLst>
              <a:ext uri="{FF2B5EF4-FFF2-40B4-BE49-F238E27FC236}">
                <a16:creationId xmlns:a16="http://schemas.microsoft.com/office/drawing/2014/main" id="{45BEEF88-63A7-D7DC-5DB2-B7340AC4E0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30332" y="1526179"/>
            <a:ext cx="3513668" cy="3663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9C85-642A-BFD6-43DA-C0871825EBB4}"/>
              </a:ext>
            </a:extLst>
          </p:cNvPr>
          <p:cNvSpPr>
            <a:spLocks noGrp="1"/>
          </p:cNvSpPr>
          <p:nvPr>
            <p:ph type="title"/>
          </p:nvPr>
        </p:nvSpPr>
        <p:spPr>
          <a:xfrm>
            <a:off x="373626" y="0"/>
            <a:ext cx="5043948" cy="914040"/>
          </a:xfrm>
        </p:spPr>
        <p:txBody>
          <a:bodyPr/>
          <a:lstStyle/>
          <a:p>
            <a:r>
              <a:rPr lang="en-IN" sz="3200" b="1" dirty="0">
                <a:latin typeface="Times New Roman" panose="02020603050405020304" pitchFamily="18" charset="0"/>
                <a:cs typeface="Times New Roman" panose="02020603050405020304" pitchFamily="18" charset="0"/>
              </a:rPr>
              <a:t>Project Overview</a:t>
            </a:r>
          </a:p>
        </p:txBody>
      </p:sp>
      <p:sp>
        <p:nvSpPr>
          <p:cNvPr id="4" name="Rectangle 1">
            <a:extLst>
              <a:ext uri="{FF2B5EF4-FFF2-40B4-BE49-F238E27FC236}">
                <a16:creationId xmlns:a16="http://schemas.microsoft.com/office/drawing/2014/main" id="{B638C0EE-106B-025F-7ADE-ECC0CBCE9731}"/>
              </a:ext>
            </a:extLst>
          </p:cNvPr>
          <p:cNvSpPr>
            <a:spLocks noGrp="1" noChangeArrowheads="1"/>
          </p:cNvSpPr>
          <p:nvPr>
            <p:ph type="body"/>
          </p:nvPr>
        </p:nvSpPr>
        <p:spPr bwMode="auto">
          <a:xfrm>
            <a:off x="255639" y="1067928"/>
            <a:ext cx="4316361"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Aft>
                <a:spcPct val="0"/>
              </a:spcAft>
            </a:pPr>
            <a:r>
              <a:rPr lang="en-US" sz="2000" dirty="0">
                <a:latin typeface="Times New Roman" panose="02020603050405020304" pitchFamily="18" charset="0"/>
                <a:cs typeface="Times New Roman" panose="02020603050405020304" pitchFamily="18" charset="0"/>
              </a:rPr>
              <a:t>This project is a software-based IoT simulation that captures live environmental data using sensors and transmits it to the ThingSpeak cloud platform. From there, the values are displayed on a custom-designed, colorful web dashboard showing:Air Quality (Good / Moderate / Bad)TemperatureHumidityLive graphLive numeric readingsHistorical data trendsThe system also includes a buzzer alert that triggers when air quality becomes dangerous (AQI &gt; 200).This model demonstrates how IoT can be used for smart environment monitoring, which is essential for smart cities.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80698A6-2DCE-E152-7806-D40295172F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847794"/>
            <a:ext cx="4572000" cy="5324535"/>
          </a:xfrm>
          <a:prstGeom prst="rect">
            <a:avLst/>
          </a:prstGeom>
        </p:spPr>
      </p:pic>
    </p:spTree>
    <p:extLst>
      <p:ext uri="{BB962C8B-B14F-4D97-AF65-F5344CB8AC3E}">
        <p14:creationId xmlns:p14="http://schemas.microsoft.com/office/powerpoint/2010/main" val="1875056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9387F-2C89-9F95-6852-388F5050497B}"/>
              </a:ext>
            </a:extLst>
          </p:cNvPr>
          <p:cNvSpPr>
            <a:spLocks noGrp="1"/>
          </p:cNvSpPr>
          <p:nvPr>
            <p:ph type="title"/>
          </p:nvPr>
        </p:nvSpPr>
        <p:spPr>
          <a:xfrm>
            <a:off x="-1" y="0"/>
            <a:ext cx="6223820" cy="806245"/>
          </a:xfrm>
        </p:spPr>
        <p:txBody>
          <a:bodyPr/>
          <a:lstStyle/>
          <a:p>
            <a:r>
              <a:rPr lang="en-IN" sz="3200" b="1" dirty="0"/>
              <a:t>Components Used </a:t>
            </a:r>
            <a:r>
              <a:rPr lang="en-IN" sz="2400" b="1" dirty="0"/>
              <a:t>(Controllers)</a:t>
            </a:r>
            <a:r>
              <a:rPr lang="en-IN" sz="2400" dirty="0"/>
              <a:t> </a:t>
            </a:r>
            <a:endParaRPr lang="en-IN" sz="24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33B5986-F448-07B3-2EEA-B41AA0E858FF}"/>
              </a:ext>
            </a:extLst>
          </p:cNvPr>
          <p:cNvSpPr>
            <a:spLocks noGrp="1"/>
          </p:cNvSpPr>
          <p:nvPr>
            <p:ph type="body"/>
          </p:nvPr>
        </p:nvSpPr>
        <p:spPr>
          <a:xfrm>
            <a:off x="201563" y="335987"/>
            <a:ext cx="8229240" cy="3977280"/>
          </a:xfrm>
        </p:spPr>
        <p:txBody>
          <a:bodyPr>
            <a:normAutofit/>
          </a:bodyPr>
          <a:lstStyle/>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ESP32 Microcontroller (Simulated in Wokwi)</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Acts as the brain of the system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Has built-in Wi-Fi capability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Reads sensor values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Sends the data to the cloud using HTTP requests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Controls output devices like the buzzer</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EECD1A8-1E72-5FA7-ADA3-8675684620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820866" y="2307081"/>
            <a:ext cx="3186377" cy="5243487"/>
          </a:xfrm>
          <a:prstGeom prst="rect">
            <a:avLst/>
          </a:prstGeom>
        </p:spPr>
      </p:pic>
    </p:spTree>
    <p:extLst>
      <p:ext uri="{BB962C8B-B14F-4D97-AF65-F5344CB8AC3E}">
        <p14:creationId xmlns:p14="http://schemas.microsoft.com/office/powerpoint/2010/main" val="980343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BAC35-C157-440B-B3C2-5B9BC41BE03B}"/>
              </a:ext>
            </a:extLst>
          </p:cNvPr>
          <p:cNvSpPr>
            <a:spLocks noGrp="1"/>
          </p:cNvSpPr>
          <p:nvPr>
            <p:ph type="title"/>
          </p:nvPr>
        </p:nvSpPr>
        <p:spPr>
          <a:xfrm>
            <a:off x="108154" y="0"/>
            <a:ext cx="6302478" cy="914040"/>
          </a:xfrm>
        </p:spPr>
        <p:txBody>
          <a:bodyPr/>
          <a:lstStyle/>
          <a:p>
            <a:r>
              <a:rPr lang="en-IN" sz="3200" b="1" dirty="0">
                <a:latin typeface="Times New Roman" panose="02020603050405020304" pitchFamily="18" charset="0"/>
                <a:cs typeface="Times New Roman" panose="02020603050405020304" pitchFamily="18" charset="0"/>
              </a:rPr>
              <a:t>Components Used</a:t>
            </a:r>
            <a:r>
              <a:rPr lang="en-IN" sz="2000" b="1" dirty="0">
                <a:latin typeface="Times New Roman" panose="02020603050405020304" pitchFamily="18" charset="0"/>
                <a:cs typeface="Times New Roman" panose="02020603050405020304" pitchFamily="18" charset="0"/>
              </a:rPr>
              <a:t>(Sensors &amp; Output Devices)</a:t>
            </a:r>
          </a:p>
        </p:txBody>
      </p:sp>
      <p:sp>
        <p:nvSpPr>
          <p:cNvPr id="3" name="Text Placeholder 2">
            <a:extLst>
              <a:ext uri="{FF2B5EF4-FFF2-40B4-BE49-F238E27FC236}">
                <a16:creationId xmlns:a16="http://schemas.microsoft.com/office/drawing/2014/main" id="{65663E5F-C0E3-835D-7119-F154A7EE01B5}"/>
              </a:ext>
            </a:extLst>
          </p:cNvPr>
          <p:cNvSpPr>
            <a:spLocks noGrp="1"/>
          </p:cNvSpPr>
          <p:nvPr>
            <p:ph type="body"/>
          </p:nvPr>
        </p:nvSpPr>
        <p:spPr>
          <a:xfrm>
            <a:off x="290052" y="893495"/>
            <a:ext cx="8229240" cy="2924972"/>
          </a:xfrm>
        </p:spPr>
        <p:txBody>
          <a:bodyPr>
            <a:normAutofit/>
          </a:bodyPr>
          <a:lstStyle/>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MQ135 Air Quality Sensor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Measures gases like CO₂, NH₃, NOx, smokeGives an air quality value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to classify air quality (Good / Moderate / Bad)</a:t>
            </a: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DHT11 Sensor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Measures temperature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Measures humidity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Simple and accurate for beginner IoT projects</a:t>
            </a: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Buzzer</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Turns ON when air quality becomes dangerous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Acts as an alert/warning system</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A01C591-070F-3571-FD28-84B958CF5B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3843" y="3776953"/>
            <a:ext cx="2163097" cy="2372032"/>
          </a:xfrm>
          <a:prstGeom prst="rect">
            <a:avLst/>
          </a:prstGeom>
        </p:spPr>
      </p:pic>
      <p:pic>
        <p:nvPicPr>
          <p:cNvPr id="1030" name="Picture 6">
            <a:extLst>
              <a:ext uri="{FF2B5EF4-FFF2-40B4-BE49-F238E27FC236}">
                <a16:creationId xmlns:a16="http://schemas.microsoft.com/office/drawing/2014/main" id="{E13324FC-9EB4-17BF-3132-D2CA2DACC5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1689" y="3692559"/>
            <a:ext cx="3937001" cy="2582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94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8236-EFCB-A3A3-1C31-7ABCA2E073CD}"/>
              </a:ext>
            </a:extLst>
          </p:cNvPr>
          <p:cNvSpPr>
            <a:spLocks noGrp="1"/>
          </p:cNvSpPr>
          <p:nvPr>
            <p:ph type="title"/>
          </p:nvPr>
        </p:nvSpPr>
        <p:spPr>
          <a:xfrm>
            <a:off x="339213" y="0"/>
            <a:ext cx="5486040" cy="914040"/>
          </a:xfrm>
        </p:spPr>
        <p:txBody>
          <a:bodyPr/>
          <a:lstStyle/>
          <a:p>
            <a:r>
              <a:rPr lang="en-IN" sz="3200" b="1" dirty="0">
                <a:latin typeface="Times New Roman" panose="02020603050405020304" pitchFamily="18" charset="0"/>
                <a:cs typeface="Times New Roman" panose="02020603050405020304" pitchFamily="18" charset="0"/>
              </a:rPr>
              <a:t>Working Principle</a:t>
            </a:r>
          </a:p>
        </p:txBody>
      </p:sp>
      <p:sp>
        <p:nvSpPr>
          <p:cNvPr id="3" name="Text Placeholder 2">
            <a:extLst>
              <a:ext uri="{FF2B5EF4-FFF2-40B4-BE49-F238E27FC236}">
                <a16:creationId xmlns:a16="http://schemas.microsoft.com/office/drawing/2014/main" id="{C8905986-9F47-61D3-8775-5B5CADB52124}"/>
              </a:ext>
            </a:extLst>
          </p:cNvPr>
          <p:cNvSpPr>
            <a:spLocks noGrp="1"/>
          </p:cNvSpPr>
          <p:nvPr>
            <p:ph type="body"/>
          </p:nvPr>
        </p:nvSpPr>
        <p:spPr>
          <a:xfrm>
            <a:off x="426026" y="914040"/>
            <a:ext cx="8156865" cy="5299725"/>
          </a:xfrm>
        </p:spPr>
        <p:txBody>
          <a:bodyPr>
            <a:normAutofit/>
          </a:bodyPr>
          <a:lstStyle/>
          <a:p>
            <a:pPr algn="just">
              <a:lnSpc>
                <a:spcPct val="100000"/>
              </a:lnSpc>
            </a:pPr>
            <a:r>
              <a:rPr lang="en-US" sz="2000" dirty="0">
                <a:latin typeface="Times New Roman" panose="02020603050405020304" pitchFamily="18" charset="0"/>
                <a:cs typeface="Times New Roman" panose="02020603050405020304" pitchFamily="18" charset="0"/>
              </a:rPr>
              <a:t>The system operates in a continuous cycle where sensors first collect environmental data: the MQ135 sensor measures air quality, while the DHT11 sensor records temperature and humidity. The ESP32 reads these sensor values through its analog and digital inputs and processes the collected data. Using its built-in Wi-Fi module, the ESP32 connects to the network and uploads the data to ThingSpeak via HTTP GET/POST requests, where the values are stored in separate fields and updated in real time. The website then fetches this data using the ThingSpeak Read API and displays it on the dashboard with dynamic graphs, gauges, and cards. A buzzer alert system is also integrated—if the air quality value exceeds 200, the buzzer automatically turns ON; otherwise, it remains OFF. This entire process repeats every few seconds to ensure continuous monitoring.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679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BB6FE-7CC2-EA56-0FBD-F223BDEE7210}"/>
              </a:ext>
            </a:extLst>
          </p:cNvPr>
          <p:cNvSpPr>
            <a:spLocks noGrp="1"/>
          </p:cNvSpPr>
          <p:nvPr>
            <p:ph type="title"/>
          </p:nvPr>
        </p:nvSpPr>
        <p:spPr>
          <a:xfrm>
            <a:off x="211393" y="0"/>
            <a:ext cx="5486040" cy="914040"/>
          </a:xfrm>
        </p:spPr>
        <p:txBody>
          <a:bodyPr/>
          <a:lstStyle/>
          <a:p>
            <a:r>
              <a:rPr lang="en-IN" sz="3200" b="1" dirty="0">
                <a:latin typeface="Times New Roman" panose="02020603050405020304" pitchFamily="18" charset="0"/>
                <a:cs typeface="Times New Roman" panose="02020603050405020304" pitchFamily="18" charset="0"/>
              </a:rPr>
              <a:t>IoT and Cloud Integration</a:t>
            </a:r>
          </a:p>
        </p:txBody>
      </p:sp>
      <p:sp>
        <p:nvSpPr>
          <p:cNvPr id="3" name="Text Placeholder 2">
            <a:extLst>
              <a:ext uri="{FF2B5EF4-FFF2-40B4-BE49-F238E27FC236}">
                <a16:creationId xmlns:a16="http://schemas.microsoft.com/office/drawing/2014/main" id="{DF6D91F1-3CFE-18B9-E3FF-90998A4F9659}"/>
              </a:ext>
            </a:extLst>
          </p:cNvPr>
          <p:cNvSpPr>
            <a:spLocks noGrp="1"/>
          </p:cNvSpPr>
          <p:nvPr>
            <p:ph type="body"/>
          </p:nvPr>
        </p:nvSpPr>
        <p:spPr>
          <a:xfrm>
            <a:off x="436417" y="1253547"/>
            <a:ext cx="8291947" cy="4243244"/>
          </a:xfrm>
        </p:spPr>
        <p:txBody>
          <a:bodyPr>
            <a:normAutofit/>
          </a:bodyPr>
          <a:lstStyle/>
          <a:p>
            <a:pPr algn="just"/>
            <a:r>
              <a:rPr lang="en-US" sz="2000" dirty="0">
                <a:latin typeface="Times New Roman" panose="02020603050405020304" pitchFamily="18" charset="0"/>
                <a:cs typeface="Times New Roman" panose="02020603050405020304" pitchFamily="18" charset="0"/>
              </a:rPr>
              <a:t>The core of this project is the integration of Internet of Things (IoT) and cloud technology. IoT enables sensors to transmit data automatically without any manual intervention. The ESP32 sends the collected temperature, humidity, and air quality data to the ThingSpeak cloud, where it is stored in separate fields. The cloud platform then generates live charts, performs data analysis, and provides JSON output for external applications. Our custom website retrieves this JSON data in real time and displays live sensor values, dynamic graphs, air quality status, and related icons and images on the dashboard.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557FA-407F-1A18-5523-E19500C7943F}"/>
              </a:ext>
            </a:extLst>
          </p:cNvPr>
          <p:cNvSpPr>
            <a:spLocks noGrp="1"/>
          </p:cNvSpPr>
          <p:nvPr>
            <p:ph type="title"/>
          </p:nvPr>
        </p:nvSpPr>
        <p:spPr>
          <a:xfrm>
            <a:off x="314632" y="0"/>
            <a:ext cx="5486040" cy="914040"/>
          </a:xfrm>
        </p:spPr>
        <p:txBody>
          <a:bodyPr/>
          <a:lstStyle/>
          <a:p>
            <a:r>
              <a:rPr lang="en-IN" sz="3200" dirty="0"/>
              <a:t>Results</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9889ADC-F51A-F2C0-5E44-BDFC4005E5EF}"/>
              </a:ext>
            </a:extLst>
          </p:cNvPr>
          <p:cNvSpPr>
            <a:spLocks noGrp="1"/>
          </p:cNvSpPr>
          <p:nvPr>
            <p:ph type="body"/>
          </p:nvPr>
        </p:nvSpPr>
        <p:spPr>
          <a:xfrm>
            <a:off x="314632" y="1302709"/>
            <a:ext cx="8229240" cy="3977280"/>
          </a:xfrm>
        </p:spPr>
        <p:txBody>
          <a:bodyPr>
            <a:normAutofit/>
          </a:bodyPr>
          <a:lstStyle/>
          <a:p>
            <a:pPr algn="just"/>
            <a:r>
              <a:rPr lang="en-US" sz="2000" dirty="0">
                <a:latin typeface="Times New Roman" panose="02020603050405020304" pitchFamily="18" charset="0"/>
                <a:cs typeface="Times New Roman" panose="02020603050405020304" pitchFamily="18" charset="0"/>
              </a:rPr>
              <a:t>After testing and integrating all modules: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sensor values are displayed correctly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is successfully uploaded to ThingSpeak</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Website shows dynamic Air Quality, Temperature, Humidity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Live graph updates frequently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Air Quality status color changes automatically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Buzzer alarm works perfectly for dangerous AQI</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Dashboard looks professional, clean, and modern</a:t>
            </a:r>
          </a:p>
          <a:p>
            <a:pPr algn="just"/>
            <a:r>
              <a:rPr lang="en-US" sz="2000" dirty="0">
                <a:latin typeface="Times New Roman" panose="02020603050405020304" pitchFamily="18" charset="0"/>
                <a:cs typeface="Times New Roman" panose="02020603050405020304" pitchFamily="18" charset="0"/>
              </a:rPr>
              <a:t>This proves the system is fully functional and accurate for environmental monitoring.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3476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0A50-DBFB-72C1-5F5B-5474C4DF25F0}"/>
              </a:ext>
            </a:extLst>
          </p:cNvPr>
          <p:cNvSpPr>
            <a:spLocks noGrp="1"/>
          </p:cNvSpPr>
          <p:nvPr>
            <p:ph type="title"/>
          </p:nvPr>
        </p:nvSpPr>
        <p:spPr>
          <a:xfrm>
            <a:off x="196645" y="0"/>
            <a:ext cx="5486040" cy="914040"/>
          </a:xfrm>
        </p:spPr>
        <p:txBody>
          <a:bodyPr/>
          <a:lstStyle/>
          <a:p>
            <a:r>
              <a:rPr lang="en-IN" sz="3200" b="1" dirty="0">
                <a:latin typeface="Times New Roman" panose="02020603050405020304" pitchFamily="18" charset="0"/>
                <a:cs typeface="Times New Roman" panose="02020603050405020304" pitchFamily="18" charset="0"/>
              </a:rPr>
              <a:t>Conclusion </a:t>
            </a:r>
          </a:p>
        </p:txBody>
      </p:sp>
      <p:sp>
        <p:nvSpPr>
          <p:cNvPr id="3" name="Text Placeholder 2">
            <a:extLst>
              <a:ext uri="{FF2B5EF4-FFF2-40B4-BE49-F238E27FC236}">
                <a16:creationId xmlns:a16="http://schemas.microsoft.com/office/drawing/2014/main" id="{9ED58082-3FF3-6397-A26E-E90448A27B02}"/>
              </a:ext>
            </a:extLst>
          </p:cNvPr>
          <p:cNvSpPr>
            <a:spLocks noGrp="1"/>
          </p:cNvSpPr>
          <p:nvPr>
            <p:ph type="body"/>
          </p:nvPr>
        </p:nvSpPr>
        <p:spPr>
          <a:xfrm>
            <a:off x="196645" y="1233883"/>
            <a:ext cx="8229240" cy="3977280"/>
          </a:xfrm>
        </p:spPr>
        <p:txBody>
          <a:bodyPr>
            <a:normAutofit/>
          </a:bodyPr>
          <a:lstStyle/>
          <a:p>
            <a:pPr algn="just"/>
            <a:r>
              <a:rPr lang="en-US" sz="2000" dirty="0">
                <a:latin typeface="Times New Roman" panose="02020603050405020304" pitchFamily="18" charset="0"/>
                <a:cs typeface="Times New Roman" panose="02020603050405020304" pitchFamily="18" charset="0"/>
              </a:rPr>
              <a:t>This project demonstrates how IoT can be effectively used to build a real-time environmental monitoring system. By integrating sensors, an ESP32 microcontroller, cloud storage, and a custom web interface, we developed a smart solution capable of continuously tracking air quality and weather parameters. The system is scalable, accurate, cost-effective, and suitable for applications in homes, schools, industries, and smart cities. It also offers scope for future enhancements such as AI-based prediction models, a mobile application, GPS integration, and an expanded multi-sensor network.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737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grpSp>
        <p:nvGrpSpPr>
          <p:cNvPr id="11" name="Group 10">
            <a:extLst>
              <a:ext uri="{FF2B5EF4-FFF2-40B4-BE49-F238E27FC236}">
                <a16:creationId xmlns:a16="http://schemas.microsoft.com/office/drawing/2014/main" id="{F4FBCCA3-3568-D2B9-D290-945436214600}"/>
              </a:ext>
            </a:extLst>
          </p:cNvPr>
          <p:cNvGrpSpPr/>
          <p:nvPr/>
        </p:nvGrpSpPr>
        <p:grpSpPr>
          <a:xfrm>
            <a:off x="5803730" y="6126910"/>
            <a:ext cx="528840" cy="225000"/>
            <a:chOff x="5803730" y="6126910"/>
            <a:chExt cx="528840" cy="22500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B962B21A-83DE-1769-DC70-A932A94B235D}"/>
                    </a:ext>
                  </a:extLst>
                </p14:cNvPr>
                <p14:cNvContentPartPr/>
                <p14:nvPr/>
              </p14:nvContentPartPr>
              <p14:xfrm>
                <a:off x="5820650" y="6308237"/>
                <a:ext cx="221400" cy="14400"/>
              </p14:xfrm>
            </p:contentPart>
          </mc:Choice>
          <mc:Fallback xmlns="">
            <p:pic>
              <p:nvPicPr>
                <p:cNvPr id="4" name="Ink 3">
                  <a:extLst>
                    <a:ext uri="{FF2B5EF4-FFF2-40B4-BE49-F238E27FC236}">
                      <a16:creationId xmlns:a16="http://schemas.microsoft.com/office/drawing/2014/main" id="{B962B21A-83DE-1769-DC70-A932A94B235D}"/>
                    </a:ext>
                  </a:extLst>
                </p:cNvPr>
                <p:cNvPicPr/>
                <p:nvPr/>
              </p:nvPicPr>
              <p:blipFill>
                <a:blip r:embed="rId4"/>
                <a:stretch>
                  <a:fillRect/>
                </a:stretch>
              </p:blipFill>
              <p:spPr>
                <a:xfrm>
                  <a:off x="5757650" y="5930237"/>
                  <a:ext cx="347040" cy="770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479AB9DF-EFB5-263C-0A38-5BF3522D6A45}"/>
                    </a:ext>
                  </a:extLst>
                </p14:cNvPr>
                <p14:cNvContentPartPr/>
                <p14:nvPr/>
              </p14:nvContentPartPr>
              <p14:xfrm>
                <a:off x="6046730" y="6302230"/>
                <a:ext cx="360" cy="360"/>
              </p14:xfrm>
            </p:contentPart>
          </mc:Choice>
          <mc:Fallback xmlns="">
            <p:pic>
              <p:nvPicPr>
                <p:cNvPr id="5" name="Ink 4">
                  <a:extLst>
                    <a:ext uri="{FF2B5EF4-FFF2-40B4-BE49-F238E27FC236}">
                      <a16:creationId xmlns:a16="http://schemas.microsoft.com/office/drawing/2014/main" id="{479AB9DF-EFB5-263C-0A38-5BF3522D6A45}"/>
                    </a:ext>
                  </a:extLst>
                </p:cNvPr>
                <p:cNvPicPr/>
                <p:nvPr/>
              </p:nvPicPr>
              <p:blipFill>
                <a:blip r:embed="rId6"/>
                <a:stretch>
                  <a:fillRect/>
                </a:stretch>
              </p:blipFill>
              <p:spPr>
                <a:xfrm>
                  <a:off x="5984090" y="5924230"/>
                  <a:ext cx="126000" cy="75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7" name="Ink 6">
                  <a:extLst>
                    <a:ext uri="{FF2B5EF4-FFF2-40B4-BE49-F238E27FC236}">
                      <a16:creationId xmlns:a16="http://schemas.microsoft.com/office/drawing/2014/main" id="{772C01BC-FE34-2586-D09A-B538B7CEC768}"/>
                    </a:ext>
                  </a:extLst>
                </p14:cNvPr>
                <p14:cNvContentPartPr/>
                <p14:nvPr/>
              </p14:nvContentPartPr>
              <p14:xfrm>
                <a:off x="5988770" y="6262270"/>
                <a:ext cx="230400" cy="80280"/>
              </p14:xfrm>
            </p:contentPart>
          </mc:Choice>
          <mc:Fallback xmlns="">
            <p:pic>
              <p:nvPicPr>
                <p:cNvPr id="7" name="Ink 6">
                  <a:extLst>
                    <a:ext uri="{FF2B5EF4-FFF2-40B4-BE49-F238E27FC236}">
                      <a16:creationId xmlns:a16="http://schemas.microsoft.com/office/drawing/2014/main" id="{772C01BC-FE34-2586-D09A-B538B7CEC768}"/>
                    </a:ext>
                  </a:extLst>
                </p:cNvPr>
                <p:cNvPicPr/>
                <p:nvPr/>
              </p:nvPicPr>
              <p:blipFill>
                <a:blip r:embed="rId8"/>
                <a:stretch>
                  <a:fillRect/>
                </a:stretch>
              </p:blipFill>
              <p:spPr>
                <a:xfrm>
                  <a:off x="5925770" y="5884630"/>
                  <a:ext cx="356040" cy="835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8" name="Ink 7">
                  <a:extLst>
                    <a:ext uri="{FF2B5EF4-FFF2-40B4-BE49-F238E27FC236}">
                      <a16:creationId xmlns:a16="http://schemas.microsoft.com/office/drawing/2014/main" id="{4755BF53-0638-768A-46EA-D182F5F7DB83}"/>
                    </a:ext>
                  </a:extLst>
                </p14:cNvPr>
                <p14:cNvContentPartPr/>
                <p14:nvPr/>
              </p14:nvContentPartPr>
              <p14:xfrm>
                <a:off x="5977970" y="6351550"/>
                <a:ext cx="360" cy="360"/>
              </p14:xfrm>
            </p:contentPart>
          </mc:Choice>
          <mc:Fallback xmlns="">
            <p:pic>
              <p:nvPicPr>
                <p:cNvPr id="8" name="Ink 7">
                  <a:extLst>
                    <a:ext uri="{FF2B5EF4-FFF2-40B4-BE49-F238E27FC236}">
                      <a16:creationId xmlns:a16="http://schemas.microsoft.com/office/drawing/2014/main" id="{4755BF53-0638-768A-46EA-D182F5F7DB83}"/>
                    </a:ext>
                  </a:extLst>
                </p:cNvPr>
                <p:cNvPicPr/>
                <p:nvPr/>
              </p:nvPicPr>
              <p:blipFill>
                <a:blip r:embed="rId10"/>
                <a:stretch>
                  <a:fillRect/>
                </a:stretch>
              </p:blipFill>
              <p:spPr>
                <a:xfrm>
                  <a:off x="5915330" y="5973550"/>
                  <a:ext cx="126000" cy="75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0" name="Ink 9">
                  <a:extLst>
                    <a:ext uri="{FF2B5EF4-FFF2-40B4-BE49-F238E27FC236}">
                      <a16:creationId xmlns:a16="http://schemas.microsoft.com/office/drawing/2014/main" id="{423958F2-CF57-02A9-56FE-2F5307F30A54}"/>
                    </a:ext>
                  </a:extLst>
                </p14:cNvPr>
                <p14:cNvContentPartPr/>
                <p14:nvPr/>
              </p14:nvContentPartPr>
              <p14:xfrm>
                <a:off x="5803730" y="6126910"/>
                <a:ext cx="528840" cy="205920"/>
              </p14:xfrm>
            </p:contentPart>
          </mc:Choice>
          <mc:Fallback xmlns="">
            <p:pic>
              <p:nvPicPr>
                <p:cNvPr id="10" name="Ink 9">
                  <a:extLst>
                    <a:ext uri="{FF2B5EF4-FFF2-40B4-BE49-F238E27FC236}">
                      <a16:creationId xmlns:a16="http://schemas.microsoft.com/office/drawing/2014/main" id="{423958F2-CF57-02A9-56FE-2F5307F30A54}"/>
                    </a:ext>
                  </a:extLst>
                </p:cNvPr>
                <p:cNvPicPr/>
                <p:nvPr/>
              </p:nvPicPr>
              <p:blipFill>
                <a:blip r:embed="rId12"/>
                <a:stretch>
                  <a:fillRect/>
                </a:stretch>
              </p:blipFill>
              <p:spPr>
                <a:xfrm>
                  <a:off x="5740730" y="5749270"/>
                  <a:ext cx="654480" cy="961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3A14D4F5-A2F3-E68B-3486-6029C01E8493}"/>
                  </a:ext>
                </a:extLst>
              </p14:cNvPr>
              <p14:cNvContentPartPr/>
              <p14:nvPr/>
            </p14:nvContentPartPr>
            <p14:xfrm>
              <a:off x="5068360" y="6263200"/>
              <a:ext cx="1095480" cy="86040"/>
            </p14:xfrm>
          </p:contentPart>
        </mc:Choice>
        <mc:Fallback xmlns="">
          <p:pic>
            <p:nvPicPr>
              <p:cNvPr id="13" name="Ink 12">
                <a:extLst>
                  <a:ext uri="{FF2B5EF4-FFF2-40B4-BE49-F238E27FC236}">
                    <a16:creationId xmlns:a16="http://schemas.microsoft.com/office/drawing/2014/main" id="{3A14D4F5-A2F3-E68B-3486-6029C01E8493}"/>
                  </a:ext>
                </a:extLst>
              </p:cNvPr>
              <p:cNvPicPr/>
              <p:nvPr/>
            </p:nvPicPr>
            <p:blipFill>
              <a:blip r:embed="rId14"/>
              <a:stretch>
                <a:fillRect/>
              </a:stretch>
            </p:blipFill>
            <p:spPr>
              <a:xfrm>
                <a:off x="5005360" y="6200560"/>
                <a:ext cx="1221120" cy="211680"/>
              </a:xfrm>
              <a:prstGeom prst="rect">
                <a:avLst/>
              </a:prstGeom>
            </p:spPr>
          </p:pic>
        </mc:Fallback>
      </mc:AlternateContent>
      <p:pic>
        <p:nvPicPr>
          <p:cNvPr id="2052" name="Picture 4">
            <a:extLst>
              <a:ext uri="{FF2B5EF4-FFF2-40B4-BE49-F238E27FC236}">
                <a16:creationId xmlns:a16="http://schemas.microsoft.com/office/drawing/2014/main" id="{83AC8BF8-5847-60D1-262D-E6196A256B5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838200"/>
            <a:ext cx="9144000" cy="588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34908</TotalTime>
  <Words>791</Words>
  <Application>Microsoft Office PowerPoint</Application>
  <PresentationFormat>On-screen Show (4:3)</PresentationFormat>
  <Paragraphs>65</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Wingdings</vt:lpstr>
      <vt:lpstr>Office Theme</vt:lpstr>
      <vt:lpstr>PowerPoint Presentation</vt:lpstr>
      <vt:lpstr>PowerPoint Presentation</vt:lpstr>
      <vt:lpstr>Project Overview</vt:lpstr>
      <vt:lpstr>Components Used (Controllers) </vt:lpstr>
      <vt:lpstr>Components Used(Sensors &amp; Output Devices)</vt:lpstr>
      <vt:lpstr>Working Principle</vt:lpstr>
      <vt:lpstr>IoT and Cloud Integration</vt:lpstr>
      <vt:lpstr>Results</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partiyush thakur</cp:lastModifiedBy>
  <cp:revision>2305</cp:revision>
  <dcterms:created xsi:type="dcterms:W3CDTF">2010-04-09T07:36:15Z</dcterms:created>
  <dcterms:modified xsi:type="dcterms:W3CDTF">2025-11-14T07:59:33Z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